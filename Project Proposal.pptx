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4AD4E-BF27-8909-51A8-0861D768E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8FC08-6FDF-3020-4AE5-5F4478554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87409-8C96-6B40-3CE1-8AA838D4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F62C2-FC8A-EB85-26D3-E03380DA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0641C-EE5E-0305-98B3-3D1657B0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98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42DE-003F-3EEE-A917-20648904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0F617-E4A1-A532-5E11-982AF973E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366DC-E0CA-FE35-9438-50D56E63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E66EF-DB2B-987E-EF2D-A42B6336F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3DE0E-2294-B86B-200F-7A217319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249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D709-02BE-0EB5-FCEC-D90FEC8F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82B97-FBC9-E05F-A9B0-AA2B42C9F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CDF20-5283-233D-BE8E-F0128B83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D533-4E5C-4EE8-B823-02351D97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B87CE-025B-D38E-9239-F242947D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36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7132-0DDF-D912-29AA-7FB7BBEC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4574-F0DF-4F77-CDB8-B2211549E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9041B-F6BB-8A0D-0727-FEFE7541F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5BE98-C990-768E-2297-9524DFF8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AB221-D2F0-30FB-4E71-AE189E6D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293C5-4C97-DA86-E75E-6BEAC82F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98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7E1D-6E86-ADAF-B0FD-5FDDD62D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C3942-84B1-CF4F-8657-810C9E563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EE025-07E5-6281-45FB-2BBAB753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FFE60-0FE0-4FCB-2698-14F4A8EF0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549C8-392B-643D-F528-7557688B9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2AACE-52FA-3A2A-0574-BB32599A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6606C-D58B-3495-C80F-979CD70A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3D446-5E24-76F2-82FF-C323C390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95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D082-F3AB-68F0-964A-6CB26D98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CC753-A75C-9D6C-C4A6-09AFD0E9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68DD2-BFF7-78A0-ED52-C582ECC8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2C2DB-55ED-A1B3-B2E7-6E1E4A72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76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ACE33-4108-A428-790E-D95A8476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FCC85-E97E-0483-7B70-930B453A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62ACF-7E76-BE87-01A5-2DB1BCE2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9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79E0-B114-D01C-57CA-4171A798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9E4FA-D2BE-C4CD-947C-628874185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40F8E-3E3E-0D04-2E28-C0E6A6453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50B2B-D2FA-813E-A0D5-8BD3340B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ED5A4-8DF4-5F13-596C-C5392549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15D08-CF4F-FAF1-6C2F-8504C10A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63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481D-48A0-DBC8-5D58-B2B2EB17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698EE-6787-8661-7DF7-5DEA98F46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5698A-A1FD-E089-72F6-20696A430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16151-EA3B-A0B4-3EBE-CC7056E6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37FD0-B10C-42BC-FCBF-711D3442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F5BCF-33FD-D5DE-563C-2B7B7534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62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1C93-4090-2D61-1E94-06C40B0C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1FFC2-E1F1-2F9C-C54C-39750C2ED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534E3-78DE-ED48-A774-FA9A8E81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3016E-E60F-CE32-E5C8-F0D151F9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C254A-184E-0B89-54B4-1BD825E6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9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B179B8-995A-1E9E-1934-98C781065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6CE17-F1E4-70F0-BDFF-5D3CE6E79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5CE59-A907-D1DB-EBBD-15AE566DB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028AE-0813-7F10-96F1-21726E66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85504-C6F8-9E2C-3779-2A2EAD57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14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4187F-4B65-A24A-84FB-A95C4AF3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1A6F6-425D-5AB5-AA95-8CFA8674E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33D1-8099-7A9B-43FB-C65721BAB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0C672-8222-4542-86DC-C9B97305AE3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097E-FD65-CD76-CC7B-1B410DE4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36C4F-1FC3-E183-3673-DA639E7B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15583-9C34-4575-83E7-925379F1F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15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C618-8E7E-2D82-0C4A-FCB72C190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Project Proposal: Smart Expense Tracker – A Student-Friendly Personal Finance Manager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1F4A8-A416-9A73-6A4B-FD14A8236C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By: </a:t>
            </a:r>
            <a:r>
              <a:rPr lang="en-IN" i="1" dirty="0"/>
              <a:t>Ravikumar Gorfad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639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12B7-F711-A5C2-C253-CA3C9C93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C344-EF16-D14C-195B-32F692476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Existing Expense Tracker apps are widely used, but they have </a:t>
            </a:r>
            <a:r>
              <a:rPr lang="en-US" b="1" dirty="0"/>
              <a:t>serious limitations</a:t>
            </a:r>
            <a:r>
              <a:rPr lang="en-US" dirty="0"/>
              <a:t>:</a:t>
            </a:r>
          </a:p>
          <a:p>
            <a:r>
              <a:rPr lang="en-US" b="1" dirty="0"/>
              <a:t>Too Generic</a:t>
            </a:r>
            <a:r>
              <a:rPr lang="en-US" dirty="0"/>
              <a:t> – Only record expenses; no personalized insights.</a:t>
            </a:r>
          </a:p>
          <a:p>
            <a:r>
              <a:rPr lang="en-US" b="1" dirty="0"/>
              <a:t>Not Student-Friendly</a:t>
            </a:r>
            <a:r>
              <a:rPr lang="en-US" dirty="0"/>
              <a:t> – Focus on families/professionals, ignore student needs (pocket money, mess, hostel).</a:t>
            </a:r>
          </a:p>
          <a:p>
            <a:r>
              <a:rPr lang="en-US" b="1" dirty="0"/>
              <a:t>No Real-Time Alerts</a:t>
            </a:r>
            <a:r>
              <a:rPr lang="en-US" dirty="0"/>
              <a:t> – Overspending happens silently, no category-based warnings.</a:t>
            </a:r>
          </a:p>
          <a:p>
            <a:r>
              <a:rPr lang="en-US" b="1" dirty="0"/>
              <a:t>Weak AI</a:t>
            </a:r>
            <a:r>
              <a:rPr lang="en-US" dirty="0"/>
              <a:t> – No prediction of future bills or spending patterns.</a:t>
            </a:r>
          </a:p>
          <a:p>
            <a:r>
              <a:rPr lang="en-US" b="1" dirty="0"/>
              <a:t>Privacy Concerns</a:t>
            </a:r>
            <a:r>
              <a:rPr lang="en-US" dirty="0"/>
              <a:t> – Many store user data online, raising trust issues.</a:t>
            </a:r>
          </a:p>
          <a:p>
            <a:r>
              <a:rPr lang="en-US" b="1" dirty="0"/>
              <a:t>Integration Gaps</a:t>
            </a:r>
            <a:r>
              <a:rPr lang="en-US" dirty="0"/>
              <a:t> – No link with Google Calendar, WhatsApp receipts, or offline mode.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43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2E8B-12E4-71F6-E3CD-C8652A4C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Research: 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B9C4-1DAB-5896-5314-3A1104396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2600" b="1" dirty="0"/>
              <a:t>Famous apps researched:</a:t>
            </a:r>
          </a:p>
          <a:p>
            <a:r>
              <a:rPr lang="en-IN" sz="2600" dirty="0"/>
              <a:t>Mint, YNAB, </a:t>
            </a:r>
            <a:r>
              <a:rPr lang="en-IN" sz="2600" dirty="0" err="1"/>
              <a:t>PocketGuard</a:t>
            </a:r>
            <a:r>
              <a:rPr lang="en-IN" sz="2600" dirty="0"/>
              <a:t> (Global)</a:t>
            </a:r>
          </a:p>
          <a:p>
            <a:r>
              <a:rPr lang="en-IN" sz="2600" dirty="0"/>
              <a:t>Walnut, ET Money, Money View (India)</a:t>
            </a:r>
          </a:p>
          <a:p>
            <a:endParaRPr lang="en-IN" sz="2600" dirty="0"/>
          </a:p>
          <a:p>
            <a:r>
              <a:rPr lang="en-IN" sz="2600" b="1" dirty="0"/>
              <a:t> Common Features:</a:t>
            </a:r>
          </a:p>
          <a:p>
            <a:r>
              <a:rPr lang="en-IN" sz="2600" dirty="0"/>
              <a:t>Track income &amp; expenses</a:t>
            </a:r>
          </a:p>
          <a:p>
            <a:r>
              <a:rPr lang="en-IN" sz="2600" dirty="0"/>
              <a:t>Set budgets</a:t>
            </a:r>
          </a:p>
          <a:p>
            <a:r>
              <a:rPr lang="en-IN" sz="2600" dirty="0"/>
              <a:t>Basic charts/graphs</a:t>
            </a:r>
          </a:p>
          <a:p>
            <a:endParaRPr lang="en-IN" sz="2600" dirty="0"/>
          </a:p>
          <a:p>
            <a:r>
              <a:rPr lang="en-IN" sz="2600" b="1" dirty="0"/>
              <a:t>Problems Found:</a:t>
            </a:r>
          </a:p>
          <a:p>
            <a:r>
              <a:rPr lang="en-IN" sz="2600" dirty="0"/>
              <a:t>Complex for new users</a:t>
            </a:r>
          </a:p>
          <a:p>
            <a:r>
              <a:rPr lang="en-IN" sz="2600" dirty="0"/>
              <a:t>No student-specific categories</a:t>
            </a:r>
          </a:p>
          <a:p>
            <a:r>
              <a:rPr lang="en-IN" sz="2600" dirty="0"/>
              <a:t>Limited offline support</a:t>
            </a:r>
          </a:p>
          <a:p>
            <a:r>
              <a:rPr lang="en-IN" sz="2600" dirty="0"/>
              <a:t>No Gujarati/Hindi multi-language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44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651A-2F33-464F-2F79-54DA8E2A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Vision of My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16D7A-3A73-DB82-84C5-EEEE8A815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To create a </a:t>
            </a:r>
            <a:r>
              <a:rPr lang="en-IN" b="1" dirty="0"/>
              <a:t>Smart Expense Tracker</a:t>
            </a:r>
            <a:r>
              <a:rPr lang="en-IN" dirty="0"/>
              <a:t> that is:</a:t>
            </a:r>
          </a:p>
          <a:p>
            <a:r>
              <a:rPr lang="en-IN" b="1" dirty="0"/>
              <a:t>Student-Centric</a:t>
            </a:r>
            <a:r>
              <a:rPr lang="en-IN" dirty="0"/>
              <a:t> (Pocket money, Hostel, Mess)</a:t>
            </a:r>
          </a:p>
          <a:p>
            <a:r>
              <a:rPr lang="en-IN" b="1" dirty="0"/>
              <a:t>Smart &amp; Predictive</a:t>
            </a:r>
            <a:r>
              <a:rPr lang="en-IN" dirty="0"/>
              <a:t>  (AI-based alerts, predictions)</a:t>
            </a:r>
          </a:p>
          <a:p>
            <a:r>
              <a:rPr lang="en-IN" b="1" dirty="0"/>
              <a:t>Privacy-First</a:t>
            </a:r>
            <a:r>
              <a:rPr lang="en-IN" dirty="0"/>
              <a:t>  (Offline mode, local storage)</a:t>
            </a:r>
          </a:p>
          <a:p>
            <a:r>
              <a:rPr lang="en-IN" b="1" dirty="0"/>
              <a:t>Integrated</a:t>
            </a:r>
            <a:r>
              <a:rPr lang="en-IN" dirty="0"/>
              <a:t>  (Google Calendar, WhatsApp receipts, voice entry)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2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225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Project Proposal: Smart Expense Tracker – A Student-Friendly Personal Finance Manager</vt:lpstr>
      <vt:lpstr>The Problem</vt:lpstr>
      <vt:lpstr>Research: Existing Solutions</vt:lpstr>
      <vt:lpstr>Vision of My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Gorfad</dc:creator>
  <cp:lastModifiedBy>Ravi Gorfad</cp:lastModifiedBy>
  <cp:revision>3</cp:revision>
  <dcterms:created xsi:type="dcterms:W3CDTF">2025-09-30T02:17:20Z</dcterms:created>
  <dcterms:modified xsi:type="dcterms:W3CDTF">2025-09-30T03:48:22Z</dcterms:modified>
</cp:coreProperties>
</file>